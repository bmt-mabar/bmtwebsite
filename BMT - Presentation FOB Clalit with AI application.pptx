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9"/>
  </p:notesMasterIdLst>
  <p:sldIdLst>
    <p:sldId id="348" r:id="rId2"/>
    <p:sldId id="339" r:id="rId3"/>
    <p:sldId id="359" r:id="rId4"/>
    <p:sldId id="382" r:id="rId5"/>
    <p:sldId id="260" r:id="rId6"/>
    <p:sldId id="371" r:id="rId7"/>
    <p:sldId id="277" r:id="rId8"/>
  </p:sldIdLst>
  <p:sldSz cx="9144000" cy="6858000" type="screen4x3"/>
  <p:notesSz cx="7315200" cy="9601200"/>
  <p:embeddedFontLst>
    <p:embeddedFont>
      <p:font typeface="Assistant" pitchFamily="2" charset="-79"/>
      <p:regular r:id="rId10"/>
      <p:bold r:id="rId11"/>
    </p:embeddedFont>
  </p:embeddedFontLst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j6Ua+qTRHLAaj3zoxlPUzeB+Ui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265644-B3C1-4926-8ED9-4EC8245C2983}" v="11" dt="2025-05-25T10:00:26.1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200" y="2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36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35" Type="http://customschemas.google.com/relationships/presentationmetadata" Target="meta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ey Tamir" userId="fccdbe3e-ab74-4431-afbe-dd5f4b722b71" providerId="ADAL" clId="{BB265644-B3C1-4926-8ED9-4EC8245C2983}"/>
    <pc:docChg chg="undo custSel delSld modSld sldOrd">
      <pc:chgData name="Roey Tamir" userId="fccdbe3e-ab74-4431-afbe-dd5f4b722b71" providerId="ADAL" clId="{BB265644-B3C1-4926-8ED9-4EC8245C2983}" dt="2025-05-25T10:40:02.880" v="1403" actId="47"/>
      <pc:docMkLst>
        <pc:docMk/>
      </pc:docMkLst>
      <pc:sldChg chg="del">
        <pc:chgData name="Roey Tamir" userId="fccdbe3e-ab74-4431-afbe-dd5f4b722b71" providerId="ADAL" clId="{BB265644-B3C1-4926-8ED9-4EC8245C2983}" dt="2025-05-25T09:43:22.699" v="113" actId="47"/>
        <pc:sldMkLst>
          <pc:docMk/>
          <pc:sldMk cId="0" sldId="256"/>
        </pc:sldMkLst>
      </pc:sldChg>
      <pc:sldChg chg="del">
        <pc:chgData name="Roey Tamir" userId="fccdbe3e-ab74-4431-afbe-dd5f4b722b71" providerId="ADAL" clId="{BB265644-B3C1-4926-8ED9-4EC8245C2983}" dt="2025-05-25T09:43:33.825" v="114" actId="47"/>
        <pc:sldMkLst>
          <pc:docMk/>
          <pc:sldMk cId="0" sldId="257"/>
        </pc:sldMkLst>
      </pc:sldChg>
      <pc:sldChg chg="delSp modSp mod ord">
        <pc:chgData name="Roey Tamir" userId="fccdbe3e-ab74-4431-afbe-dd5f4b722b71" providerId="ADAL" clId="{BB265644-B3C1-4926-8ED9-4EC8245C2983}" dt="2025-05-25T10:39:03.510" v="1398" actId="20577"/>
        <pc:sldMkLst>
          <pc:docMk/>
          <pc:sldMk cId="0" sldId="260"/>
        </pc:sldMkLst>
        <pc:spChg chg="mod">
          <ac:chgData name="Roey Tamir" userId="fccdbe3e-ab74-4431-afbe-dd5f4b722b71" providerId="ADAL" clId="{BB265644-B3C1-4926-8ED9-4EC8245C2983}" dt="2025-05-25T10:39:03.510" v="1398" actId="20577"/>
          <ac:spMkLst>
            <pc:docMk/>
            <pc:sldMk cId="0" sldId="260"/>
            <ac:spMk id="2" creationId="{5092D7C4-676C-27CD-2F75-1A01D9FB2E0D}"/>
          </ac:spMkLst>
        </pc:spChg>
        <pc:spChg chg="mod">
          <ac:chgData name="Roey Tamir" userId="fccdbe3e-ab74-4431-afbe-dd5f4b722b71" providerId="ADAL" clId="{BB265644-B3C1-4926-8ED9-4EC8245C2983}" dt="2025-05-25T10:19:29.265" v="954" actId="1036"/>
          <ac:spMkLst>
            <pc:docMk/>
            <pc:sldMk cId="0" sldId="260"/>
            <ac:spMk id="4" creationId="{5DA089C9-D7BE-AA8E-74DA-253446CF8361}"/>
          </ac:spMkLst>
        </pc:spChg>
        <pc:spChg chg="mod">
          <ac:chgData name="Roey Tamir" userId="fccdbe3e-ab74-4431-afbe-dd5f4b722b71" providerId="ADAL" clId="{BB265644-B3C1-4926-8ED9-4EC8245C2983}" dt="2025-05-25T10:16:27.831" v="897" actId="20577"/>
          <ac:spMkLst>
            <pc:docMk/>
            <pc:sldMk cId="0" sldId="260"/>
            <ac:spMk id="9" creationId="{F047870D-292E-C855-E075-CC4F9D866108}"/>
          </ac:spMkLst>
        </pc:spChg>
        <pc:spChg chg="del">
          <ac:chgData name="Roey Tamir" userId="fccdbe3e-ab74-4431-afbe-dd5f4b722b71" providerId="ADAL" clId="{BB265644-B3C1-4926-8ED9-4EC8245C2983}" dt="2025-05-25T09:51:25.548" v="290" actId="478"/>
          <ac:spMkLst>
            <pc:docMk/>
            <pc:sldMk cId="0" sldId="260"/>
            <ac:spMk id="10" creationId="{28C7FF0C-B549-A71D-553C-8E46051BF0E9}"/>
          </ac:spMkLst>
        </pc:spChg>
        <pc:picChg chg="del">
          <ac:chgData name="Roey Tamir" userId="fccdbe3e-ab74-4431-afbe-dd5f4b722b71" providerId="ADAL" clId="{BB265644-B3C1-4926-8ED9-4EC8245C2983}" dt="2025-05-25T09:51:26.647" v="291" actId="478"/>
          <ac:picMkLst>
            <pc:docMk/>
            <pc:sldMk cId="0" sldId="260"/>
            <ac:picMk id="11" creationId="{B12D14EB-4ADF-9DDD-5227-2B85EB102D37}"/>
          </ac:picMkLst>
        </pc:picChg>
        <pc:picChg chg="del">
          <ac:chgData name="Roey Tamir" userId="fccdbe3e-ab74-4431-afbe-dd5f4b722b71" providerId="ADAL" clId="{BB265644-B3C1-4926-8ED9-4EC8245C2983}" dt="2025-05-25T09:51:24.679" v="289" actId="478"/>
          <ac:picMkLst>
            <pc:docMk/>
            <pc:sldMk cId="0" sldId="260"/>
            <ac:picMk id="12" creationId="{641F891F-E0C5-9EE7-7F8C-82C3FE0F057E}"/>
          </ac:picMkLst>
        </pc:picChg>
      </pc:sldChg>
      <pc:sldChg chg="modSp del mod">
        <pc:chgData name="Roey Tamir" userId="fccdbe3e-ab74-4431-afbe-dd5f4b722b71" providerId="ADAL" clId="{BB265644-B3C1-4926-8ED9-4EC8245C2983}" dt="2025-05-25T09:52:08.603" v="303" actId="47"/>
        <pc:sldMkLst>
          <pc:docMk/>
          <pc:sldMk cId="0" sldId="276"/>
        </pc:sldMkLst>
        <pc:spChg chg="mod">
          <ac:chgData name="Roey Tamir" userId="fccdbe3e-ab74-4431-afbe-dd5f4b722b71" providerId="ADAL" clId="{BB265644-B3C1-4926-8ED9-4EC8245C2983}" dt="2025-05-25T09:52:06.655" v="302" actId="1076"/>
          <ac:spMkLst>
            <pc:docMk/>
            <pc:sldMk cId="0" sldId="276"/>
            <ac:spMk id="283" creationId="{00000000-0000-0000-0000-000000000000}"/>
          </ac:spMkLst>
        </pc:spChg>
        <pc:picChg chg="mod">
          <ac:chgData name="Roey Tamir" userId="fccdbe3e-ab74-4431-afbe-dd5f4b722b71" providerId="ADAL" clId="{BB265644-B3C1-4926-8ED9-4EC8245C2983}" dt="2025-05-25T09:51:59.615" v="301" actId="1076"/>
          <ac:picMkLst>
            <pc:docMk/>
            <pc:sldMk cId="0" sldId="276"/>
            <ac:picMk id="284" creationId="{00000000-0000-0000-0000-000000000000}"/>
          </ac:picMkLst>
        </pc:picChg>
      </pc:sldChg>
      <pc:sldChg chg="del">
        <pc:chgData name="Roey Tamir" userId="fccdbe3e-ab74-4431-afbe-dd5f4b722b71" providerId="ADAL" clId="{BB265644-B3C1-4926-8ED9-4EC8245C2983}" dt="2025-05-25T09:45:50.007" v="125" actId="47"/>
        <pc:sldMkLst>
          <pc:docMk/>
          <pc:sldMk cId="690777374" sldId="278"/>
        </pc:sldMkLst>
      </pc:sldChg>
      <pc:sldChg chg="addSp delSp modSp del mod ord">
        <pc:chgData name="Roey Tamir" userId="fccdbe3e-ab74-4431-afbe-dd5f4b722b71" providerId="ADAL" clId="{BB265644-B3C1-4926-8ED9-4EC8245C2983}" dt="2025-05-25T10:40:02.880" v="1403" actId="47"/>
        <pc:sldMkLst>
          <pc:docMk/>
          <pc:sldMk cId="298367752" sldId="328"/>
        </pc:sldMkLst>
        <pc:spChg chg="del">
          <ac:chgData name="Roey Tamir" userId="fccdbe3e-ab74-4431-afbe-dd5f4b722b71" providerId="ADAL" clId="{BB265644-B3C1-4926-8ED9-4EC8245C2983}" dt="2025-05-25T09:49:45.566" v="255" actId="478"/>
          <ac:spMkLst>
            <pc:docMk/>
            <pc:sldMk cId="298367752" sldId="328"/>
            <ac:spMk id="13" creationId="{00000000-0000-0000-0000-000000000000}"/>
          </ac:spMkLst>
        </pc:spChg>
        <pc:spChg chg="mod">
          <ac:chgData name="Roey Tamir" userId="fccdbe3e-ab74-4431-afbe-dd5f4b722b71" providerId="ADAL" clId="{BB265644-B3C1-4926-8ED9-4EC8245C2983}" dt="2025-05-25T09:38:41.288" v="4" actId="108"/>
          <ac:spMkLst>
            <pc:docMk/>
            <pc:sldMk cId="298367752" sldId="328"/>
            <ac:spMk id="24" creationId="{00000000-0000-0000-0000-000000000000}"/>
          </ac:spMkLst>
        </pc:spChg>
        <pc:picChg chg="add mod">
          <ac:chgData name="Roey Tamir" userId="fccdbe3e-ab74-4431-afbe-dd5f4b722b71" providerId="ADAL" clId="{BB265644-B3C1-4926-8ED9-4EC8245C2983}" dt="2025-05-25T09:51:03.775" v="281"/>
          <ac:picMkLst>
            <pc:docMk/>
            <pc:sldMk cId="298367752" sldId="328"/>
            <ac:picMk id="4" creationId="{31581930-65AA-1F66-A5A1-0461C0544B84}"/>
          </ac:picMkLst>
        </pc:picChg>
        <pc:picChg chg="del">
          <ac:chgData name="Roey Tamir" userId="fccdbe3e-ab74-4431-afbe-dd5f4b722b71" providerId="ADAL" clId="{BB265644-B3C1-4926-8ED9-4EC8245C2983}" dt="2025-05-25T09:49:46.865" v="256" actId="478"/>
          <ac:picMkLst>
            <pc:docMk/>
            <pc:sldMk cId="298367752" sldId="328"/>
            <ac:picMk id="17" creationId="{00000000-0000-0000-0000-000000000000}"/>
          </ac:picMkLst>
        </pc:picChg>
        <pc:picChg chg="del">
          <ac:chgData name="Roey Tamir" userId="fccdbe3e-ab74-4431-afbe-dd5f4b722b71" providerId="ADAL" clId="{BB265644-B3C1-4926-8ED9-4EC8245C2983}" dt="2025-05-25T09:49:44.667" v="254" actId="478"/>
          <ac:picMkLst>
            <pc:docMk/>
            <pc:sldMk cId="298367752" sldId="328"/>
            <ac:picMk id="18" creationId="{00000000-0000-0000-0000-000000000000}"/>
          </ac:picMkLst>
        </pc:picChg>
      </pc:sldChg>
      <pc:sldChg chg="del">
        <pc:chgData name="Roey Tamir" userId="fccdbe3e-ab74-4431-afbe-dd5f4b722b71" providerId="ADAL" clId="{BB265644-B3C1-4926-8ED9-4EC8245C2983}" dt="2025-05-25T09:37:05.642" v="1" actId="47"/>
        <pc:sldMkLst>
          <pc:docMk/>
          <pc:sldMk cId="1681725044" sldId="338"/>
        </pc:sldMkLst>
      </pc:sldChg>
      <pc:sldChg chg="addSp delSp modSp mod">
        <pc:chgData name="Roey Tamir" userId="fccdbe3e-ab74-4431-afbe-dd5f4b722b71" providerId="ADAL" clId="{BB265644-B3C1-4926-8ED9-4EC8245C2983}" dt="2025-05-25T10:38:34.967" v="1397" actId="20577"/>
        <pc:sldMkLst>
          <pc:docMk/>
          <pc:sldMk cId="3814323352" sldId="339"/>
        </pc:sldMkLst>
        <pc:spChg chg="mod">
          <ac:chgData name="Roey Tamir" userId="fccdbe3e-ab74-4431-afbe-dd5f4b722b71" providerId="ADAL" clId="{BB265644-B3C1-4926-8ED9-4EC8245C2983}" dt="2025-05-25T10:07:20.117" v="555" actId="20577"/>
          <ac:spMkLst>
            <pc:docMk/>
            <pc:sldMk cId="3814323352" sldId="339"/>
            <ac:spMk id="2" creationId="{2D7B82E2-BBA9-D7F0-B8AF-36073348BB14}"/>
          </ac:spMkLst>
        </pc:spChg>
        <pc:spChg chg="del">
          <ac:chgData name="Roey Tamir" userId="fccdbe3e-ab74-4431-afbe-dd5f4b722b71" providerId="ADAL" clId="{BB265644-B3C1-4926-8ED9-4EC8245C2983}" dt="2025-05-25T09:48:39.148" v="250" actId="478"/>
          <ac:spMkLst>
            <pc:docMk/>
            <pc:sldMk cId="3814323352" sldId="339"/>
            <ac:spMk id="6" creationId="{6E0A21D5-A1C7-858E-25CB-854D2132FDE7}"/>
          </ac:spMkLst>
        </pc:spChg>
        <pc:spChg chg="mod">
          <ac:chgData name="Roey Tamir" userId="fccdbe3e-ab74-4431-afbe-dd5f4b722b71" providerId="ADAL" clId="{BB265644-B3C1-4926-8ED9-4EC8245C2983}" dt="2025-05-25T10:38:34.967" v="1397" actId="20577"/>
          <ac:spMkLst>
            <pc:docMk/>
            <pc:sldMk cId="3814323352" sldId="339"/>
            <ac:spMk id="13" creationId="{00000000-0000-0000-0000-000000000000}"/>
          </ac:spMkLst>
        </pc:spChg>
        <pc:picChg chg="add mod">
          <ac:chgData name="Roey Tamir" userId="fccdbe3e-ab74-4431-afbe-dd5f4b722b71" providerId="ADAL" clId="{BB265644-B3C1-4926-8ED9-4EC8245C2983}" dt="2025-05-25T09:50:58.224" v="279"/>
          <ac:picMkLst>
            <pc:docMk/>
            <pc:sldMk cId="3814323352" sldId="339"/>
            <ac:picMk id="3" creationId="{91D8768C-02EA-5AD7-06FC-822911F0E638}"/>
          </ac:picMkLst>
        </pc:picChg>
        <pc:picChg chg="del">
          <ac:chgData name="Roey Tamir" userId="fccdbe3e-ab74-4431-afbe-dd5f4b722b71" providerId="ADAL" clId="{BB265644-B3C1-4926-8ED9-4EC8245C2983}" dt="2025-05-25T09:48:37.446" v="249" actId="478"/>
          <ac:picMkLst>
            <pc:docMk/>
            <pc:sldMk cId="3814323352" sldId="339"/>
            <ac:picMk id="7" creationId="{654B05EF-AF98-2D80-BD70-AF5250BC11A6}"/>
          </ac:picMkLst>
        </pc:picChg>
        <pc:picChg chg="del">
          <ac:chgData name="Roey Tamir" userId="fccdbe3e-ab74-4431-afbe-dd5f4b722b71" providerId="ADAL" clId="{BB265644-B3C1-4926-8ED9-4EC8245C2983}" dt="2025-05-25T09:48:40.747" v="251" actId="478"/>
          <ac:picMkLst>
            <pc:docMk/>
            <pc:sldMk cId="3814323352" sldId="339"/>
            <ac:picMk id="8" creationId="{2A2DFA52-8557-8FC0-C576-24F509ADC6E9}"/>
          </ac:picMkLst>
        </pc:picChg>
      </pc:sldChg>
      <pc:sldChg chg="addSp delSp modSp mod">
        <pc:chgData name="Roey Tamir" userId="fccdbe3e-ab74-4431-afbe-dd5f4b722b71" providerId="ADAL" clId="{BB265644-B3C1-4926-8ED9-4EC8245C2983}" dt="2025-05-25T10:30:16.110" v="1149"/>
        <pc:sldMkLst>
          <pc:docMk/>
          <pc:sldMk cId="3590270844" sldId="348"/>
        </pc:sldMkLst>
        <pc:spChg chg="del">
          <ac:chgData name="Roey Tamir" userId="fccdbe3e-ab74-4431-afbe-dd5f4b722b71" providerId="ADAL" clId="{BB265644-B3C1-4926-8ED9-4EC8245C2983}" dt="2025-05-25T09:47:36.549" v="214" actId="478"/>
          <ac:spMkLst>
            <pc:docMk/>
            <pc:sldMk cId="3590270844" sldId="348"/>
            <ac:spMk id="5" creationId="{00000000-0000-0000-0000-000000000000}"/>
          </ac:spMkLst>
        </pc:spChg>
        <pc:spChg chg="add del">
          <ac:chgData name="Roey Tamir" userId="fccdbe3e-ab74-4431-afbe-dd5f4b722b71" providerId="ADAL" clId="{BB265644-B3C1-4926-8ED9-4EC8245C2983}" dt="2025-05-25T09:59:44.236" v="331" actId="478"/>
          <ac:spMkLst>
            <pc:docMk/>
            <pc:sldMk cId="3590270844" sldId="348"/>
            <ac:spMk id="8" creationId="{85B8B901-EBA3-0823-FFB8-6E15BAC2EDB0}"/>
          </ac:spMkLst>
        </pc:spChg>
        <pc:spChg chg="del">
          <ac:chgData name="Roey Tamir" userId="fccdbe3e-ab74-4431-afbe-dd5f4b722b71" providerId="ADAL" clId="{BB265644-B3C1-4926-8ED9-4EC8245C2983}" dt="2025-05-25T09:46:15.438" v="126" actId="478"/>
          <ac:spMkLst>
            <pc:docMk/>
            <pc:sldMk cId="3590270844" sldId="348"/>
            <ac:spMk id="15" creationId="{00000000-0000-0000-0000-000000000000}"/>
          </ac:spMkLst>
        </pc:spChg>
        <pc:spChg chg="mod">
          <ac:chgData name="Roey Tamir" userId="fccdbe3e-ab74-4431-afbe-dd5f4b722b71" providerId="ADAL" clId="{BB265644-B3C1-4926-8ED9-4EC8245C2983}" dt="2025-05-25T10:30:16.110" v="1149"/>
          <ac:spMkLst>
            <pc:docMk/>
            <pc:sldMk cId="3590270844" sldId="348"/>
            <ac:spMk id="16" creationId="{00000000-0000-0000-0000-000000000000}"/>
          </ac:spMkLst>
        </pc:spChg>
        <pc:spChg chg="del">
          <ac:chgData name="Roey Tamir" userId="fccdbe3e-ab74-4431-afbe-dd5f4b722b71" providerId="ADAL" clId="{BB265644-B3C1-4926-8ED9-4EC8245C2983}" dt="2025-05-25T09:46:23.786" v="129" actId="478"/>
          <ac:spMkLst>
            <pc:docMk/>
            <pc:sldMk cId="3590270844" sldId="348"/>
            <ac:spMk id="17" creationId="{00000000-0000-0000-0000-000000000000}"/>
          </ac:spMkLst>
        </pc:spChg>
        <pc:picChg chg="add del mod">
          <ac:chgData name="Roey Tamir" userId="fccdbe3e-ab74-4431-afbe-dd5f4b722b71" providerId="ADAL" clId="{BB265644-B3C1-4926-8ED9-4EC8245C2983}" dt="2025-05-25T10:00:41.093" v="339" actId="478"/>
          <ac:picMkLst>
            <pc:docMk/>
            <pc:sldMk cId="3590270844" sldId="348"/>
            <ac:picMk id="4" creationId="{36F5A587-71C1-EE77-C2F0-5C59887CDD91}"/>
          </ac:picMkLst>
        </pc:picChg>
        <pc:picChg chg="add mod">
          <ac:chgData name="Roey Tamir" userId="fccdbe3e-ab74-4431-afbe-dd5f4b722b71" providerId="ADAL" clId="{BB265644-B3C1-4926-8ED9-4EC8245C2983}" dt="2025-05-25T09:51:02.275" v="280"/>
          <ac:picMkLst>
            <pc:docMk/>
            <pc:sldMk cId="3590270844" sldId="348"/>
            <ac:picMk id="6" creationId="{2D1BEDA1-5A81-4197-4AD2-DCCE3271FE13}"/>
          </ac:picMkLst>
        </pc:picChg>
        <pc:picChg chg="add mod">
          <ac:chgData name="Roey Tamir" userId="fccdbe3e-ab74-4431-afbe-dd5f4b722b71" providerId="ADAL" clId="{BB265644-B3C1-4926-8ED9-4EC8245C2983}" dt="2025-05-25T10:01:36.796" v="389" actId="1076"/>
          <ac:picMkLst>
            <pc:docMk/>
            <pc:sldMk cId="3590270844" sldId="348"/>
            <ac:picMk id="10" creationId="{0F33DC2B-61F0-84D0-11F6-B4A3E5266EBC}"/>
          </ac:picMkLst>
        </pc:picChg>
        <pc:picChg chg="mod">
          <ac:chgData name="Roey Tamir" userId="fccdbe3e-ab74-4431-afbe-dd5f4b722b71" providerId="ADAL" clId="{BB265644-B3C1-4926-8ED9-4EC8245C2983}" dt="2025-05-25T10:01:14.744" v="388" actId="1036"/>
          <ac:picMkLst>
            <pc:docMk/>
            <pc:sldMk cId="3590270844" sldId="348"/>
            <ac:picMk id="12" creationId="{00000000-0000-0000-0000-000000000000}"/>
          </ac:picMkLst>
        </pc:picChg>
        <pc:picChg chg="del">
          <ac:chgData name="Roey Tamir" userId="fccdbe3e-ab74-4431-afbe-dd5f4b722b71" providerId="ADAL" clId="{BB265644-B3C1-4926-8ED9-4EC8245C2983}" dt="2025-05-25T09:46:20.487" v="127" actId="478"/>
          <ac:picMkLst>
            <pc:docMk/>
            <pc:sldMk cId="3590270844" sldId="348"/>
            <ac:picMk id="18" creationId="{00000000-0000-0000-0000-000000000000}"/>
          </ac:picMkLst>
        </pc:picChg>
        <pc:picChg chg="del">
          <ac:chgData name="Roey Tamir" userId="fccdbe3e-ab74-4431-afbe-dd5f4b722b71" providerId="ADAL" clId="{BB265644-B3C1-4926-8ED9-4EC8245C2983}" dt="2025-05-25T09:46:22.026" v="128" actId="478"/>
          <ac:picMkLst>
            <pc:docMk/>
            <pc:sldMk cId="3590270844" sldId="348"/>
            <ac:picMk id="19" creationId="{00000000-0000-0000-0000-000000000000}"/>
          </ac:picMkLst>
        </pc:picChg>
        <pc:picChg chg="del">
          <ac:chgData name="Roey Tamir" userId="fccdbe3e-ab74-4431-afbe-dd5f4b722b71" providerId="ADAL" clId="{BB265644-B3C1-4926-8ED9-4EC8245C2983}" dt="2025-05-25T10:00:26.107" v="336" actId="478"/>
          <ac:picMkLst>
            <pc:docMk/>
            <pc:sldMk cId="3590270844" sldId="348"/>
            <ac:picMk id="1026" creationId="{00000000-0000-0000-0000-000000000000}"/>
          </ac:picMkLst>
        </pc:picChg>
        <pc:picChg chg="del">
          <ac:chgData name="Roey Tamir" userId="fccdbe3e-ab74-4431-afbe-dd5f4b722b71" providerId="ADAL" clId="{BB265644-B3C1-4926-8ED9-4EC8245C2983}" dt="2025-05-25T10:00:22.377" v="335" actId="478"/>
          <ac:picMkLst>
            <pc:docMk/>
            <pc:sldMk cId="3590270844" sldId="348"/>
            <ac:picMk id="1028" creationId="{00000000-0000-0000-0000-000000000000}"/>
          </ac:picMkLst>
        </pc:picChg>
      </pc:sldChg>
      <pc:sldChg chg="del">
        <pc:chgData name="Roey Tamir" userId="fccdbe3e-ab74-4431-afbe-dd5f4b722b71" providerId="ADAL" clId="{BB265644-B3C1-4926-8ED9-4EC8245C2983}" dt="2025-05-25T09:36:55.523" v="0" actId="47"/>
        <pc:sldMkLst>
          <pc:docMk/>
          <pc:sldMk cId="593723102" sldId="352"/>
        </pc:sldMkLst>
      </pc:sldChg>
      <pc:sldChg chg="addSp delSp modSp mod ord">
        <pc:chgData name="Roey Tamir" userId="fccdbe3e-ab74-4431-afbe-dd5f4b722b71" providerId="ADAL" clId="{BB265644-B3C1-4926-8ED9-4EC8245C2983}" dt="2025-05-25T10:39:14.149" v="1400"/>
        <pc:sldMkLst>
          <pc:docMk/>
          <pc:sldMk cId="857138461" sldId="359"/>
        </pc:sldMkLst>
        <pc:spChg chg="mod">
          <ac:chgData name="Roey Tamir" userId="fccdbe3e-ab74-4431-afbe-dd5f4b722b71" providerId="ADAL" clId="{BB265644-B3C1-4926-8ED9-4EC8245C2983}" dt="2025-05-25T10:25:43.439" v="1061" actId="404"/>
          <ac:spMkLst>
            <pc:docMk/>
            <pc:sldMk cId="857138461" sldId="359"/>
            <ac:spMk id="13" creationId="{00000000-0000-0000-0000-000000000000}"/>
          </ac:spMkLst>
        </pc:spChg>
        <pc:spChg chg="mod">
          <ac:chgData name="Roey Tamir" userId="fccdbe3e-ab74-4431-afbe-dd5f4b722b71" providerId="ADAL" clId="{BB265644-B3C1-4926-8ED9-4EC8245C2983}" dt="2025-05-25T10:20:12.283" v="987" actId="20577"/>
          <ac:spMkLst>
            <pc:docMk/>
            <pc:sldMk cId="857138461" sldId="359"/>
            <ac:spMk id="14" creationId="{00000000-0000-0000-0000-000000000000}"/>
          </ac:spMkLst>
        </pc:spChg>
        <pc:spChg chg="del">
          <ac:chgData name="Roey Tamir" userId="fccdbe3e-ab74-4431-afbe-dd5f4b722b71" providerId="ADAL" clId="{BB265644-B3C1-4926-8ED9-4EC8245C2983}" dt="2025-05-25T09:51:13.314" v="284" actId="478"/>
          <ac:spMkLst>
            <pc:docMk/>
            <pc:sldMk cId="857138461" sldId="359"/>
            <ac:spMk id="15" creationId="{00000000-0000-0000-0000-000000000000}"/>
          </ac:spMkLst>
        </pc:spChg>
        <pc:picChg chg="add mod">
          <ac:chgData name="Roey Tamir" userId="fccdbe3e-ab74-4431-afbe-dd5f4b722b71" providerId="ADAL" clId="{BB265644-B3C1-4926-8ED9-4EC8245C2983}" dt="2025-05-25T09:51:05.298" v="282"/>
          <ac:picMkLst>
            <pc:docMk/>
            <pc:sldMk cId="857138461" sldId="359"/>
            <ac:picMk id="2" creationId="{1F330E1B-2990-18EC-1819-5A1445F2149D}"/>
          </ac:picMkLst>
        </pc:picChg>
        <pc:picChg chg="del">
          <ac:chgData name="Roey Tamir" userId="fccdbe3e-ab74-4431-afbe-dd5f4b722b71" providerId="ADAL" clId="{BB265644-B3C1-4926-8ED9-4EC8245C2983}" dt="2025-05-25T09:51:14.777" v="285" actId="478"/>
          <ac:picMkLst>
            <pc:docMk/>
            <pc:sldMk cId="857138461" sldId="359"/>
            <ac:picMk id="17" creationId="{00000000-0000-0000-0000-000000000000}"/>
          </ac:picMkLst>
        </pc:picChg>
        <pc:picChg chg="del">
          <ac:chgData name="Roey Tamir" userId="fccdbe3e-ab74-4431-afbe-dd5f4b722b71" providerId="ADAL" clId="{BB265644-B3C1-4926-8ED9-4EC8245C2983}" dt="2025-05-25T09:51:11.870" v="283" actId="478"/>
          <ac:picMkLst>
            <pc:docMk/>
            <pc:sldMk cId="857138461" sldId="359"/>
            <ac:picMk id="19" creationId="{00000000-0000-0000-0000-000000000000}"/>
          </ac:picMkLst>
        </pc:picChg>
      </pc:sldChg>
      <pc:sldChg chg="del">
        <pc:chgData name="Roey Tamir" userId="fccdbe3e-ab74-4431-afbe-dd5f4b722b71" providerId="ADAL" clId="{BB265644-B3C1-4926-8ED9-4EC8245C2983}" dt="2025-05-25T09:45:08.062" v="117" actId="47"/>
        <pc:sldMkLst>
          <pc:docMk/>
          <pc:sldMk cId="2197808554" sldId="366"/>
        </pc:sldMkLst>
      </pc:sldChg>
      <pc:sldChg chg="addSp delSp modSp mod modAnim">
        <pc:chgData name="Roey Tamir" userId="fccdbe3e-ab74-4431-afbe-dd5f4b722b71" providerId="ADAL" clId="{BB265644-B3C1-4926-8ED9-4EC8245C2983}" dt="2025-05-25T10:28:05.783" v="1093" actId="20577"/>
        <pc:sldMkLst>
          <pc:docMk/>
          <pc:sldMk cId="3850931586" sldId="371"/>
        </pc:sldMkLst>
        <pc:spChg chg="del">
          <ac:chgData name="Roey Tamir" userId="fccdbe3e-ab74-4431-afbe-dd5f4b722b71" providerId="ADAL" clId="{BB265644-B3C1-4926-8ED9-4EC8245C2983}" dt="2025-05-25T09:45:41.747" v="121" actId="478"/>
          <ac:spMkLst>
            <pc:docMk/>
            <pc:sldMk cId="3850931586" sldId="371"/>
            <ac:spMk id="2" creationId="{00000000-0000-0000-0000-000000000000}"/>
          </ac:spMkLst>
        </pc:spChg>
        <pc:spChg chg="add del">
          <ac:chgData name="Roey Tamir" userId="fccdbe3e-ab74-4431-afbe-dd5f4b722b71" providerId="ADAL" clId="{BB265644-B3C1-4926-8ED9-4EC8245C2983}" dt="2025-05-25T09:54:44.236" v="305" actId="478"/>
          <ac:spMkLst>
            <pc:docMk/>
            <pc:sldMk cId="3850931586" sldId="371"/>
            <ac:spMk id="5" creationId="{70D5DE19-6BC9-A2EF-D52F-A3F98DE9A792}"/>
          </ac:spMkLst>
        </pc:spChg>
        <pc:spChg chg="del mod">
          <ac:chgData name="Roey Tamir" userId="fccdbe3e-ab74-4431-afbe-dd5f4b722b71" providerId="ADAL" clId="{BB265644-B3C1-4926-8ED9-4EC8245C2983}" dt="2025-05-25T09:45:47.598" v="124" actId="478"/>
          <ac:spMkLst>
            <pc:docMk/>
            <pc:sldMk cId="3850931586" sldId="371"/>
            <ac:spMk id="12" creationId="{00000000-0000-0000-0000-000000000000}"/>
          </ac:spMkLst>
        </pc:spChg>
        <pc:spChg chg="mod topLvl">
          <ac:chgData name="Roey Tamir" userId="fccdbe3e-ab74-4431-afbe-dd5f4b722b71" providerId="ADAL" clId="{BB265644-B3C1-4926-8ED9-4EC8245C2983}" dt="2025-05-25T10:28:05.783" v="1093" actId="20577"/>
          <ac:spMkLst>
            <pc:docMk/>
            <pc:sldMk cId="3850931586" sldId="371"/>
            <ac:spMk id="16" creationId="{00000000-0000-0000-0000-000000000000}"/>
          </ac:spMkLst>
        </pc:spChg>
        <pc:spChg chg="del topLvl">
          <ac:chgData name="Roey Tamir" userId="fccdbe3e-ab74-4431-afbe-dd5f4b722b71" providerId="ADAL" clId="{BB265644-B3C1-4926-8ED9-4EC8245C2983}" dt="2025-05-25T09:51:48.127" v="300" actId="478"/>
          <ac:spMkLst>
            <pc:docMk/>
            <pc:sldMk cId="3850931586" sldId="371"/>
            <ac:spMk id="17" creationId="{00000000-0000-0000-0000-000000000000}"/>
          </ac:spMkLst>
        </pc:spChg>
        <pc:grpChg chg="add del">
          <ac:chgData name="Roey Tamir" userId="fccdbe3e-ab74-4431-afbe-dd5f4b722b71" providerId="ADAL" clId="{BB265644-B3C1-4926-8ED9-4EC8245C2983}" dt="2025-05-25T09:51:48.127" v="300" actId="478"/>
          <ac:grpSpMkLst>
            <pc:docMk/>
            <pc:sldMk cId="3850931586" sldId="371"/>
            <ac:grpSpMk id="15" creationId="{00000000-0000-0000-0000-000000000000}"/>
          </ac:grpSpMkLst>
        </pc:grpChg>
        <pc:picChg chg="add mod">
          <ac:chgData name="Roey Tamir" userId="fccdbe3e-ab74-4431-afbe-dd5f4b722b71" providerId="ADAL" clId="{BB265644-B3C1-4926-8ED9-4EC8245C2983}" dt="2025-05-25T09:51:36.023" v="295"/>
          <ac:picMkLst>
            <pc:docMk/>
            <pc:sldMk cId="3850931586" sldId="371"/>
            <ac:picMk id="3" creationId="{4DA17856-1FBD-13E4-871C-57DF4BF71590}"/>
          </ac:picMkLst>
        </pc:picChg>
        <pc:picChg chg="add mod">
          <ac:chgData name="Roey Tamir" userId="fccdbe3e-ab74-4431-afbe-dd5f4b722b71" providerId="ADAL" clId="{BB265644-B3C1-4926-8ED9-4EC8245C2983}" dt="2025-05-25T09:56:50.506" v="329" actId="1037"/>
          <ac:picMkLst>
            <pc:docMk/>
            <pc:sldMk cId="3850931586" sldId="371"/>
            <ac:picMk id="6" creationId="{5919E779-5B01-5BE1-67AF-21DB659B25EC}"/>
          </ac:picMkLst>
        </pc:picChg>
        <pc:picChg chg="del">
          <ac:chgData name="Roey Tamir" userId="fccdbe3e-ab74-4431-afbe-dd5f4b722b71" providerId="ADAL" clId="{BB265644-B3C1-4926-8ED9-4EC8245C2983}" dt="2025-05-25T09:45:44.119" v="122" actId="478"/>
          <ac:picMkLst>
            <pc:docMk/>
            <pc:sldMk cId="3850931586" sldId="371"/>
            <ac:picMk id="10" creationId="{00000000-0000-0000-0000-000000000000}"/>
          </ac:picMkLst>
        </pc:picChg>
        <pc:picChg chg="del">
          <ac:chgData name="Roey Tamir" userId="fccdbe3e-ab74-4431-afbe-dd5f4b722b71" providerId="ADAL" clId="{BB265644-B3C1-4926-8ED9-4EC8245C2983}" dt="2025-05-25T09:45:39.726" v="120" actId="478"/>
          <ac:picMkLst>
            <pc:docMk/>
            <pc:sldMk cId="3850931586" sldId="371"/>
            <ac:picMk id="11" creationId="{00000000-0000-0000-0000-000000000000}"/>
          </ac:picMkLst>
        </pc:picChg>
        <pc:picChg chg="del">
          <ac:chgData name="Roey Tamir" userId="fccdbe3e-ab74-4431-afbe-dd5f4b722b71" providerId="ADAL" clId="{BB265644-B3C1-4926-8ED9-4EC8245C2983}" dt="2025-05-25T09:51:44.190" v="299" actId="478"/>
          <ac:picMkLst>
            <pc:docMk/>
            <pc:sldMk cId="3850931586" sldId="371"/>
            <ac:picMk id="18" creationId="{00000000-0000-0000-0000-000000000000}"/>
          </ac:picMkLst>
        </pc:picChg>
        <pc:picChg chg="del">
          <ac:chgData name="Roey Tamir" userId="fccdbe3e-ab74-4431-afbe-dd5f4b722b71" providerId="ADAL" clId="{BB265644-B3C1-4926-8ED9-4EC8245C2983}" dt="2025-05-25T09:51:41.554" v="298" actId="478"/>
          <ac:picMkLst>
            <pc:docMk/>
            <pc:sldMk cId="3850931586" sldId="371"/>
            <ac:picMk id="19" creationId="{00000000-0000-0000-0000-000000000000}"/>
          </ac:picMkLst>
        </pc:picChg>
        <pc:picChg chg="del">
          <ac:chgData name="Roey Tamir" userId="fccdbe3e-ab74-4431-afbe-dd5f4b722b71" providerId="ADAL" clId="{BB265644-B3C1-4926-8ED9-4EC8245C2983}" dt="2025-05-25T09:45:36.602" v="119" actId="478"/>
          <ac:picMkLst>
            <pc:docMk/>
            <pc:sldMk cId="3850931586" sldId="371"/>
            <ac:picMk id="6146" creationId="{00000000-0000-0000-0000-000000000000}"/>
          </ac:picMkLst>
        </pc:picChg>
      </pc:sldChg>
      <pc:sldChg chg="del">
        <pc:chgData name="Roey Tamir" userId="fccdbe3e-ab74-4431-afbe-dd5f4b722b71" providerId="ADAL" clId="{BB265644-B3C1-4926-8ED9-4EC8245C2983}" dt="2025-05-25T09:44:48.078" v="116" actId="47"/>
        <pc:sldMkLst>
          <pc:docMk/>
          <pc:sldMk cId="4051460315" sldId="372"/>
        </pc:sldMkLst>
      </pc:sldChg>
      <pc:sldChg chg="del">
        <pc:chgData name="Roey Tamir" userId="fccdbe3e-ab74-4431-afbe-dd5f4b722b71" providerId="ADAL" clId="{BB265644-B3C1-4926-8ED9-4EC8245C2983}" dt="2025-05-25T09:45:13.957" v="118" actId="47"/>
        <pc:sldMkLst>
          <pc:docMk/>
          <pc:sldMk cId="56197422" sldId="376"/>
        </pc:sldMkLst>
      </pc:sldChg>
      <pc:sldChg chg="del">
        <pc:chgData name="Roey Tamir" userId="fccdbe3e-ab74-4431-afbe-dd5f4b722b71" providerId="ADAL" clId="{BB265644-B3C1-4926-8ED9-4EC8245C2983}" dt="2025-05-25T09:43:44.007" v="115" actId="47"/>
        <pc:sldMkLst>
          <pc:docMk/>
          <pc:sldMk cId="1799452347" sldId="379"/>
        </pc:sldMkLst>
      </pc:sldChg>
      <pc:sldChg chg="delSp modSp del mod">
        <pc:chgData name="Roey Tamir" userId="fccdbe3e-ab74-4431-afbe-dd5f4b722b71" providerId="ADAL" clId="{BB265644-B3C1-4926-8ED9-4EC8245C2983}" dt="2025-05-25T10:26:13.801" v="1062" actId="47"/>
        <pc:sldMkLst>
          <pc:docMk/>
          <pc:sldMk cId="1789223788" sldId="381"/>
        </pc:sldMkLst>
        <pc:spChg chg="mod">
          <ac:chgData name="Roey Tamir" userId="fccdbe3e-ab74-4431-afbe-dd5f4b722b71" providerId="ADAL" clId="{BB265644-B3C1-4926-8ED9-4EC8245C2983}" dt="2025-05-25T09:50:53.036" v="278" actId="20577"/>
          <ac:spMkLst>
            <pc:docMk/>
            <pc:sldMk cId="1789223788" sldId="381"/>
            <ac:spMk id="2" creationId="{4493E9EE-635D-53F7-EB17-5BAAC9A3A26A}"/>
          </ac:spMkLst>
        </pc:spChg>
        <pc:spChg chg="del">
          <ac:chgData name="Roey Tamir" userId="fccdbe3e-ab74-4431-afbe-dd5f4b722b71" providerId="ADAL" clId="{BB265644-B3C1-4926-8ED9-4EC8245C2983}" dt="2025-05-25T09:51:19.206" v="287" actId="478"/>
          <ac:spMkLst>
            <pc:docMk/>
            <pc:sldMk cId="1789223788" sldId="381"/>
            <ac:spMk id="3" creationId="{4C75866A-F80A-ADEF-1B42-56C9717081AC}"/>
          </ac:spMkLst>
        </pc:spChg>
        <pc:picChg chg="del">
          <ac:chgData name="Roey Tamir" userId="fccdbe3e-ab74-4431-afbe-dd5f4b722b71" providerId="ADAL" clId="{BB265644-B3C1-4926-8ED9-4EC8245C2983}" dt="2025-05-25T09:51:20.741" v="288" actId="478"/>
          <ac:picMkLst>
            <pc:docMk/>
            <pc:sldMk cId="1789223788" sldId="381"/>
            <ac:picMk id="4" creationId="{47728E26-1FAC-8771-C72D-A9C08D12B53F}"/>
          </ac:picMkLst>
        </pc:picChg>
        <pc:picChg chg="del">
          <ac:chgData name="Roey Tamir" userId="fccdbe3e-ab74-4431-afbe-dd5f4b722b71" providerId="ADAL" clId="{BB265644-B3C1-4926-8ED9-4EC8245C2983}" dt="2025-05-25T09:51:17.783" v="286" actId="478"/>
          <ac:picMkLst>
            <pc:docMk/>
            <pc:sldMk cId="1789223788" sldId="381"/>
            <ac:picMk id="5" creationId="{51060AB2-D357-AB3E-68FC-87EE86F86837}"/>
          </ac:picMkLst>
        </pc:picChg>
      </pc:sldChg>
      <pc:sldChg chg="delSp mod ord">
        <pc:chgData name="Roey Tamir" userId="fccdbe3e-ab74-4431-afbe-dd5f4b722b71" providerId="ADAL" clId="{BB265644-B3C1-4926-8ED9-4EC8245C2983}" dt="2025-05-25T10:39:48.611" v="1402"/>
        <pc:sldMkLst>
          <pc:docMk/>
          <pc:sldMk cId="88368481" sldId="382"/>
        </pc:sldMkLst>
        <pc:spChg chg="del">
          <ac:chgData name="Roey Tamir" userId="fccdbe3e-ab74-4431-afbe-dd5f4b722b71" providerId="ADAL" clId="{BB265644-B3C1-4926-8ED9-4EC8245C2983}" dt="2025-05-25T09:51:31.888" v="293" actId="478"/>
          <ac:spMkLst>
            <pc:docMk/>
            <pc:sldMk cId="88368481" sldId="382"/>
            <ac:spMk id="10" creationId="{28C7FF0C-B549-A71D-553C-8E46051BF0E9}"/>
          </ac:spMkLst>
        </pc:spChg>
        <pc:picChg chg="del">
          <ac:chgData name="Roey Tamir" userId="fccdbe3e-ab74-4431-afbe-dd5f4b722b71" providerId="ADAL" clId="{BB265644-B3C1-4926-8ED9-4EC8245C2983}" dt="2025-05-25T09:51:30.973" v="292" actId="478"/>
          <ac:picMkLst>
            <pc:docMk/>
            <pc:sldMk cId="88368481" sldId="382"/>
            <ac:picMk id="11" creationId="{B12D14EB-4ADF-9DDD-5227-2B85EB102D37}"/>
          </ac:picMkLst>
        </pc:picChg>
        <pc:picChg chg="del">
          <ac:chgData name="Roey Tamir" userId="fccdbe3e-ab74-4431-afbe-dd5f4b722b71" providerId="ADAL" clId="{BB265644-B3C1-4926-8ED9-4EC8245C2983}" dt="2025-05-25T09:51:32.911" v="294" actId="478"/>
          <ac:picMkLst>
            <pc:docMk/>
            <pc:sldMk cId="88368481" sldId="382"/>
            <ac:picMk id="12" creationId="{641F891F-E0C5-9EE7-7F8C-82C3FE0F057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r" rtl="1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r" rtl="1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r" rtl="1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r" rtl="1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r" rtl="1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3351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9562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E7B57-8CC8-9D72-40E6-31ADDF3B98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A77069-94DF-4BB4-B67F-00C2C90E44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C6907-1A34-E6DB-767E-B48E00419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57FAB-2DE1-FE79-E967-1A6CBE79A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04C25-84C4-ADC9-65F2-AD19DA7F2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86987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5920E-3A13-B3A6-8F48-D197BC335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5E1B7-118F-BCBD-04A3-881872835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F529A-0489-8392-7D60-42BA1F252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44D72-7EDD-F3E7-07F9-EB510A20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33427-8F68-9082-8E6B-C86A9B7F0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517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78E4-3683-2F1E-1064-13E59E559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559A5-E5E0-8BB9-1413-0A7F57F0A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80740-5E63-1F30-9C83-6A70153C3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9E024-54C9-1A03-DE16-3139D26D7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23A84-977D-B1C3-826E-9DB811231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65037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AE59A-1949-14F8-6743-7083B1036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4D4D0-A2EF-A3A9-2FF8-2D2761DE23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AB27F1-5F25-4D54-5921-946D434F6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636627-921B-0D6C-AA96-C84135B16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18D1B-32ED-FABB-66A3-F192DEEB0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CA4815-673E-A178-6826-F809C4F94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43853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63F42-83DF-D98D-D18F-F2F21DD4C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7E179B-262E-151C-CBB0-0DB4D0BCC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3318D-A7D1-F5F7-4FDA-E7DCE22B5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246F5D-71F3-3787-D00C-FEAC6B4693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F2FD21-A184-771F-93EC-9ECCDDD55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D044AB-3BAA-FF4F-409C-E6A786EAB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75109F-DB23-0976-1D03-8E3B48D32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A699A4-BF53-F036-6DE6-591B549A2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96787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6B2EA-EF3C-D962-519E-EBEEE47B5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5C246C-22BB-01D7-593F-3338C2E26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78BE90-F42B-28A8-0229-7CC6E1B26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DABF0-BA70-7AAF-C1D1-AA27237D5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25673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1CF4BA-1C79-BAE1-945E-2967F33DE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BA2651-CFF8-CF29-1540-FF8763E31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07604-F64C-2003-E509-16F34BF5B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85039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C8A22-2543-4667-42BD-802712F01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D228B-6EE0-1591-CB20-91D5FEA93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C5982A-3B20-C45D-3F8E-F207340510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D8F42-7701-FF5D-59E3-BBF3D1F47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CF5BB2-D200-6DF9-0294-652B12050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06AF6-809A-85A8-371C-12CC1D0AD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44818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E7E3D-9C11-8CB6-EE39-F02CE040D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3DD156-88C7-1A55-FD4D-A36A355781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C34058-51E5-2B49-3ED4-B2CD13A23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992150-D143-2E37-E584-4ABEB6228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8853D7-CA94-58FC-EAD6-99B097500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AF8C37-35A3-5ABA-57B2-BDB8AD742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0681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89026-436C-3C3A-1095-95ED0F750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6E56B0-A175-836E-CB8C-C091D69412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D90EA-B4C9-8C48-50E6-2EDB53CC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22B8E-BE2C-F532-6BF5-DE08689ED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9DC08-634B-4888-C278-8FC31F8A0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65356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064FDF-8265-53EA-1D3B-BF0FFE7848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DEC2F4-D3EB-2B96-1DB5-55682CB8D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69FA0-EF42-EC50-6861-BC24EC249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9FEE4-6462-3D99-8996-6BD74D9BC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59ED5-DE9B-E030-2414-9D9BE1697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1857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6C194-2835-6E69-6D0F-275A697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6C320A-A9A5-E88D-9A3B-1330CE811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BED4A-C37A-14EF-48EC-30D53FD664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20196-DE6E-594C-CD8F-4718ADCED0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6CA3F-7747-3769-B9E4-F028899901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381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51ECod0uUy4?feature=oembed" TargetMode="Externa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תמונה 11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67237" y="6189226"/>
            <a:ext cx="9144000" cy="651299"/>
          </a:xfrm>
          <a:prstGeom prst="rect">
            <a:avLst/>
          </a:prstGeom>
        </p:spPr>
      </p:pic>
      <p:sp>
        <p:nvSpPr>
          <p:cNvPr id="26" name="כותרת 1"/>
          <p:cNvSpPr txBox="1">
            <a:spLocks/>
          </p:cNvSpPr>
          <p:nvPr/>
        </p:nvSpPr>
        <p:spPr>
          <a:xfrm>
            <a:off x="-362599" y="4638418"/>
            <a:ext cx="4579343" cy="1362332"/>
          </a:xfrm>
          <a:prstGeom prst="rect">
            <a:avLst/>
          </a:prstGeom>
        </p:spPr>
        <p:txBody>
          <a:bodyPr vert="horz" lIns="68580" tIns="34290" rIns="68580" bIns="34290" rtlCol="1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5067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he-IL" sz="3800" dirty="0"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2" name="AutoShape 6" descr="Poop png images | PNGEgg"/>
          <p:cNvSpPr>
            <a:spLocks noChangeAspect="1" noChangeArrowheads="1"/>
          </p:cNvSpPr>
          <p:nvPr/>
        </p:nvSpPr>
        <p:spPr bwMode="auto">
          <a:xfrm>
            <a:off x="1195968" y="1619100"/>
            <a:ext cx="3884096" cy="3884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he-IL" sz="1350"/>
          </a:p>
        </p:txBody>
      </p:sp>
      <p:sp>
        <p:nvSpPr>
          <p:cNvPr id="16" name="מלבן 10"/>
          <p:cNvSpPr/>
          <p:nvPr/>
        </p:nvSpPr>
        <p:spPr>
          <a:xfrm>
            <a:off x="6397901" y="1"/>
            <a:ext cx="2733494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>
              <a:lnSpc>
                <a:spcPts val="3600"/>
              </a:lnSpc>
              <a:spcAft>
                <a:spcPts val="900"/>
              </a:spcAft>
            </a:pPr>
            <a:r>
              <a:rPr lang="he-IL" sz="3300" b="1" dirty="0">
                <a:solidFill>
                  <a:schemeClr val="bg1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בדיקת סקר דיגיטלית לדם סמוי בצואה:</a:t>
            </a:r>
          </a:p>
          <a:p>
            <a:pPr algn="ctr">
              <a:lnSpc>
                <a:spcPts val="3600"/>
              </a:lnSpc>
            </a:pPr>
            <a:r>
              <a:rPr lang="he-IL" sz="3300" dirty="0">
                <a:solidFill>
                  <a:schemeClr val="bg1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בדיקה עצמית מהירה מאושרת </a:t>
            </a:r>
            <a:r>
              <a:rPr lang="he-IL" sz="3300" dirty="0" err="1">
                <a:solidFill>
                  <a:schemeClr val="bg1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אמ"ר</a:t>
            </a:r>
            <a:r>
              <a:rPr lang="he-IL" sz="3300" dirty="0">
                <a:solidFill>
                  <a:schemeClr val="bg1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 לרכישה בבית מרקחת. פענוח אוטומטי ושידור התוצאה לתיק הפציינט</a:t>
            </a:r>
          </a:p>
        </p:txBody>
      </p:sp>
      <p:sp>
        <p:nvSpPr>
          <p:cNvPr id="3" name="מלבן 2"/>
          <p:cNvSpPr/>
          <p:nvPr/>
        </p:nvSpPr>
        <p:spPr>
          <a:xfrm>
            <a:off x="2360450" y="1334620"/>
            <a:ext cx="2130531" cy="4168589"/>
          </a:xfrm>
          <a:custGeom>
            <a:avLst/>
            <a:gdLst>
              <a:gd name="connsiteX0" fmla="*/ 0 w 2902987"/>
              <a:gd name="connsiteY0" fmla="*/ 0 h 5651500"/>
              <a:gd name="connsiteX1" fmla="*/ 2902987 w 2902987"/>
              <a:gd name="connsiteY1" fmla="*/ 0 h 5651500"/>
              <a:gd name="connsiteX2" fmla="*/ 2902987 w 2902987"/>
              <a:gd name="connsiteY2" fmla="*/ 5651500 h 5651500"/>
              <a:gd name="connsiteX3" fmla="*/ 0 w 2902987"/>
              <a:gd name="connsiteY3" fmla="*/ 5651500 h 5651500"/>
              <a:gd name="connsiteX4" fmla="*/ 0 w 2902987"/>
              <a:gd name="connsiteY4" fmla="*/ 0 h 5651500"/>
              <a:gd name="connsiteX0" fmla="*/ 76200 w 2902987"/>
              <a:gd name="connsiteY0" fmla="*/ 76200 h 5651500"/>
              <a:gd name="connsiteX1" fmla="*/ 2902987 w 2902987"/>
              <a:gd name="connsiteY1" fmla="*/ 0 h 5651500"/>
              <a:gd name="connsiteX2" fmla="*/ 2902987 w 2902987"/>
              <a:gd name="connsiteY2" fmla="*/ 5651500 h 5651500"/>
              <a:gd name="connsiteX3" fmla="*/ 0 w 2902987"/>
              <a:gd name="connsiteY3" fmla="*/ 5651500 h 5651500"/>
              <a:gd name="connsiteX4" fmla="*/ 76200 w 2902987"/>
              <a:gd name="connsiteY4" fmla="*/ 76200 h 5651500"/>
              <a:gd name="connsiteX0" fmla="*/ 76200 w 2902987"/>
              <a:gd name="connsiteY0" fmla="*/ 0 h 5575300"/>
              <a:gd name="connsiteX1" fmla="*/ 2839487 w 2902987"/>
              <a:gd name="connsiteY1" fmla="*/ 50800 h 5575300"/>
              <a:gd name="connsiteX2" fmla="*/ 2902987 w 2902987"/>
              <a:gd name="connsiteY2" fmla="*/ 5575300 h 5575300"/>
              <a:gd name="connsiteX3" fmla="*/ 0 w 2902987"/>
              <a:gd name="connsiteY3" fmla="*/ 5575300 h 5575300"/>
              <a:gd name="connsiteX4" fmla="*/ 76200 w 2902987"/>
              <a:gd name="connsiteY4" fmla="*/ 0 h 5575300"/>
              <a:gd name="connsiteX0" fmla="*/ 76200 w 2839487"/>
              <a:gd name="connsiteY0" fmla="*/ 0 h 5575300"/>
              <a:gd name="connsiteX1" fmla="*/ 2839487 w 2839487"/>
              <a:gd name="connsiteY1" fmla="*/ 50800 h 5575300"/>
              <a:gd name="connsiteX2" fmla="*/ 2750587 w 2839487"/>
              <a:gd name="connsiteY2" fmla="*/ 5562600 h 5575300"/>
              <a:gd name="connsiteX3" fmla="*/ 0 w 2839487"/>
              <a:gd name="connsiteY3" fmla="*/ 5575300 h 5575300"/>
              <a:gd name="connsiteX4" fmla="*/ 76200 w 2839487"/>
              <a:gd name="connsiteY4" fmla="*/ 0 h 5575300"/>
              <a:gd name="connsiteX0" fmla="*/ 76200 w 2839487"/>
              <a:gd name="connsiteY0" fmla="*/ 0 h 5575300"/>
              <a:gd name="connsiteX1" fmla="*/ 2839487 w 2839487"/>
              <a:gd name="connsiteY1" fmla="*/ 50800 h 5575300"/>
              <a:gd name="connsiteX2" fmla="*/ 2750587 w 2839487"/>
              <a:gd name="connsiteY2" fmla="*/ 5562600 h 5575300"/>
              <a:gd name="connsiteX3" fmla="*/ 0 w 2839487"/>
              <a:gd name="connsiteY3" fmla="*/ 5575300 h 5575300"/>
              <a:gd name="connsiteX4" fmla="*/ 76200 w 2839487"/>
              <a:gd name="connsiteY4" fmla="*/ 0 h 5575300"/>
              <a:gd name="connsiteX0" fmla="*/ 76200 w 2852187"/>
              <a:gd name="connsiteY0" fmla="*/ 0 h 5575300"/>
              <a:gd name="connsiteX1" fmla="*/ 2839487 w 2852187"/>
              <a:gd name="connsiteY1" fmla="*/ 50800 h 5575300"/>
              <a:gd name="connsiteX2" fmla="*/ 2852187 w 2852187"/>
              <a:gd name="connsiteY2" fmla="*/ 5524500 h 5575300"/>
              <a:gd name="connsiteX3" fmla="*/ 0 w 2852187"/>
              <a:gd name="connsiteY3" fmla="*/ 5575300 h 5575300"/>
              <a:gd name="connsiteX4" fmla="*/ 76200 w 2852187"/>
              <a:gd name="connsiteY4" fmla="*/ 0 h 5575300"/>
              <a:gd name="connsiteX0" fmla="*/ 63500 w 2839487"/>
              <a:gd name="connsiteY0" fmla="*/ 0 h 5524500"/>
              <a:gd name="connsiteX1" fmla="*/ 2826787 w 2839487"/>
              <a:gd name="connsiteY1" fmla="*/ 50800 h 5524500"/>
              <a:gd name="connsiteX2" fmla="*/ 2839487 w 2839487"/>
              <a:gd name="connsiteY2" fmla="*/ 5524500 h 5524500"/>
              <a:gd name="connsiteX3" fmla="*/ 0 w 2839487"/>
              <a:gd name="connsiteY3" fmla="*/ 5473700 h 5524500"/>
              <a:gd name="connsiteX4" fmla="*/ 63500 w 2839487"/>
              <a:gd name="connsiteY4" fmla="*/ 0 h 5524500"/>
              <a:gd name="connsiteX0" fmla="*/ 63500 w 2839487"/>
              <a:gd name="connsiteY0" fmla="*/ 0 h 5538126"/>
              <a:gd name="connsiteX1" fmla="*/ 2826787 w 2839487"/>
              <a:gd name="connsiteY1" fmla="*/ 50800 h 5538126"/>
              <a:gd name="connsiteX2" fmla="*/ 2839487 w 2839487"/>
              <a:gd name="connsiteY2" fmla="*/ 5524500 h 5538126"/>
              <a:gd name="connsiteX3" fmla="*/ 0 w 2839487"/>
              <a:gd name="connsiteY3" fmla="*/ 5473700 h 5538126"/>
              <a:gd name="connsiteX4" fmla="*/ 63500 w 2839487"/>
              <a:gd name="connsiteY4" fmla="*/ 0 h 5538126"/>
              <a:gd name="connsiteX0" fmla="*/ 63500 w 2828008"/>
              <a:gd name="connsiteY0" fmla="*/ 0 h 5549900"/>
              <a:gd name="connsiteX1" fmla="*/ 2826787 w 2828008"/>
              <a:gd name="connsiteY1" fmla="*/ 50800 h 5549900"/>
              <a:gd name="connsiteX2" fmla="*/ 2826787 w 2828008"/>
              <a:gd name="connsiteY2" fmla="*/ 5549900 h 5549900"/>
              <a:gd name="connsiteX3" fmla="*/ 0 w 2828008"/>
              <a:gd name="connsiteY3" fmla="*/ 5473700 h 5549900"/>
              <a:gd name="connsiteX4" fmla="*/ 63500 w 2828008"/>
              <a:gd name="connsiteY4" fmla="*/ 0 h 5549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8008" h="5549900">
                <a:moveTo>
                  <a:pt x="63500" y="0"/>
                </a:moveTo>
                <a:lnTo>
                  <a:pt x="2826787" y="50800"/>
                </a:lnTo>
                <a:cubicBezTo>
                  <a:pt x="2831020" y="1875367"/>
                  <a:pt x="2822554" y="3725333"/>
                  <a:pt x="2826787" y="5549900"/>
                </a:cubicBezTo>
                <a:lnTo>
                  <a:pt x="0" y="5473700"/>
                </a:lnTo>
                <a:lnTo>
                  <a:pt x="635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350"/>
          </a:p>
        </p:txBody>
      </p:sp>
      <p:pic>
        <p:nvPicPr>
          <p:cNvPr id="6" name="Google Shape;130;p2">
            <a:extLst>
              <a:ext uri="{FF2B5EF4-FFF2-40B4-BE49-F238E27FC236}">
                <a16:creationId xmlns:a16="http://schemas.microsoft.com/office/drawing/2014/main" id="{2D1BEDA1-5A81-4197-4AD2-DCCE3271FE1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691" y="80603"/>
            <a:ext cx="1440160" cy="98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F33DC2B-61F0-84D0-11F6-B4A3E5266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1868" y="132154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270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652185" y="1142535"/>
            <a:ext cx="5736919" cy="620169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spcAft>
                <a:spcPts val="2700"/>
              </a:spcAft>
            </a:pPr>
            <a:r>
              <a:rPr lang="he-IL" sz="21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מי מפנה לבדיקה?</a:t>
            </a:r>
            <a:b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2100" dirty="0">
                <a:latin typeface="Calibri" panose="020F0502020204030204" pitchFamily="34" charset="0"/>
                <a:cs typeface="Calibri" panose="020F0502020204030204" pitchFamily="34" charset="0"/>
              </a:rPr>
              <a:t>רופא המשפחה, בדיקת סקר שנתית (גילאים 50-75)</a:t>
            </a:r>
          </a:p>
          <a:p>
            <a:pPr algn="r" rtl="1"/>
            <a:r>
              <a:rPr lang="he-IL" sz="21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כיצד מתבצעת הבדיקה כיום?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100" dirty="0">
                <a:latin typeface="Calibri" panose="020F0502020204030204" pitchFamily="34" charset="0"/>
                <a:cs typeface="Calibri" panose="020F0502020204030204" pitchFamily="34" charset="0"/>
              </a:rPr>
              <a:t>איסוף מבחנה ממעבדת הקופה 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100" dirty="0">
                <a:latin typeface="Calibri" panose="020F0502020204030204" pitchFamily="34" charset="0"/>
                <a:cs typeface="Calibri" panose="020F0502020204030204" pitchFamily="34" charset="0"/>
              </a:rPr>
              <a:t>לקיחת דגימת צואה והכנסתה למבחנה 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100" dirty="0">
                <a:latin typeface="Calibri" panose="020F0502020204030204" pitchFamily="34" charset="0"/>
                <a:cs typeface="Calibri" panose="020F0502020204030204" pitchFamily="34" charset="0"/>
              </a:rPr>
              <a:t>העברת המבחנה המכילה את הדגימה למעבדת הקופה. (לא ניתן לשלוח בדואר)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100" dirty="0">
                <a:latin typeface="Calibri" panose="020F0502020204030204" pitchFamily="34" charset="0"/>
                <a:cs typeface="Calibri" panose="020F0502020204030204" pitchFamily="34" charset="0"/>
              </a:rPr>
              <a:t>ביצוע הבדיקה במעבדה, פענוח התוצאה, רישום ועדכון הנבדק והרופא המטפל</a:t>
            </a:r>
          </a:p>
          <a:p>
            <a:pPr algn="r" rtl="1">
              <a:spcAft>
                <a:spcPts val="450"/>
              </a:spcAft>
            </a:pPr>
            <a:r>
              <a:rPr lang="he-IL" sz="21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אז מה יש לנו?</a:t>
            </a:r>
          </a:p>
          <a:p>
            <a:pPr marL="342900" indent="-342900" algn="r" rtl="1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he-IL" sz="2100" dirty="0">
                <a:latin typeface="Calibri" panose="020F0502020204030204" pitchFamily="34" charset="0"/>
                <a:cs typeface="Calibri" panose="020F0502020204030204" pitchFamily="34" charset="0"/>
              </a:rPr>
              <a:t>היענות נמוכה</a:t>
            </a:r>
          </a:p>
          <a:p>
            <a:pPr marL="342900" indent="-342900" algn="r" rtl="1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he-IL" sz="2100" dirty="0">
                <a:latin typeface="Calibri" panose="020F0502020204030204" pitchFamily="34" charset="0"/>
                <a:cs typeface="Calibri" panose="020F0502020204030204" pitchFamily="34" charset="0"/>
              </a:rPr>
              <a:t>עלויות גבוהות לקופה</a:t>
            </a:r>
          </a:p>
          <a:p>
            <a:pPr marL="342900" indent="-342900" algn="r" rtl="1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he-IL" sz="2100" dirty="0">
                <a:latin typeface="Calibri" panose="020F0502020204030204" pitchFamily="34" charset="0"/>
                <a:cs typeface="Calibri" panose="020F0502020204030204" pitchFamily="34" charset="0"/>
              </a:rPr>
              <a:t>תהליך ולוגיסטיקה מסובכים </a:t>
            </a:r>
          </a:p>
          <a:p>
            <a:pPr marL="342900" indent="-342900" algn="r" rtl="1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he-IL" sz="2100" dirty="0">
                <a:latin typeface="Calibri" panose="020F0502020204030204" pitchFamily="34" charset="0"/>
                <a:cs typeface="Calibri" panose="020F0502020204030204" pitchFamily="34" charset="0"/>
              </a:rPr>
              <a:t>חוסר נוחות ללקוח</a:t>
            </a:r>
          </a:p>
          <a:p>
            <a:pPr marL="342900" indent="-342900" algn="r" rtl="1">
              <a:spcAft>
                <a:spcPts val="450"/>
              </a:spcAft>
              <a:buFont typeface="Arial" panose="020B0604020202020204" pitchFamily="34" charset="0"/>
              <a:buChar char="•"/>
            </a:pPr>
            <a:endParaRPr lang="he-IL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endParaRPr lang="he-IL" sz="2100" dirty="0"/>
          </a:p>
          <a:p>
            <a:pPr algn="r" rtl="1"/>
            <a:endParaRPr lang="he-IL" sz="1350" dirty="0"/>
          </a:p>
        </p:txBody>
      </p:sp>
      <p:sp>
        <p:nvSpPr>
          <p:cNvPr id="10" name="מלבן 11"/>
          <p:cNvSpPr/>
          <p:nvPr/>
        </p:nvSpPr>
        <p:spPr>
          <a:xfrm>
            <a:off x="6782637" y="5601599"/>
            <a:ext cx="2370940" cy="405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sz="1350">
              <a:solidFill>
                <a:schemeClr val="tx1"/>
              </a:solidFill>
            </a:endParaRPr>
          </a:p>
        </p:txBody>
      </p:sp>
      <p:pic>
        <p:nvPicPr>
          <p:cNvPr id="11" name="תמונה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814" y="5629306"/>
            <a:ext cx="1125335" cy="336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2" name="תמונה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7580" y="5667038"/>
            <a:ext cx="812102" cy="22498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2" name="מלבן 10">
            <a:extLst>
              <a:ext uri="{FF2B5EF4-FFF2-40B4-BE49-F238E27FC236}">
                <a16:creationId xmlns:a16="http://schemas.microsoft.com/office/drawing/2014/main" id="{2D7B82E2-BBA9-D7F0-B8AF-36073348BB14}"/>
              </a:ext>
            </a:extLst>
          </p:cNvPr>
          <p:cNvSpPr/>
          <p:nvPr/>
        </p:nvSpPr>
        <p:spPr>
          <a:xfrm>
            <a:off x="6871444" y="1"/>
            <a:ext cx="225995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>
              <a:lnSpc>
                <a:spcPts val="3600"/>
              </a:lnSpc>
            </a:pPr>
            <a:r>
              <a:rPr lang="he-IL" sz="3300" b="1" dirty="0">
                <a:solidFill>
                  <a:schemeClr val="bg1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התהליך</a:t>
            </a:r>
            <a:r>
              <a:rPr lang="he-IL" sz="3600" b="1" dirty="0">
                <a:solidFill>
                  <a:schemeClr val="bg1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 </a:t>
            </a:r>
          </a:p>
          <a:p>
            <a:pPr algn="ctr">
              <a:lnSpc>
                <a:spcPts val="3600"/>
              </a:lnSpc>
              <a:spcAft>
                <a:spcPts val="900"/>
              </a:spcAft>
            </a:pPr>
            <a:r>
              <a:rPr lang="he-IL" sz="3300" b="1" dirty="0">
                <a:solidFill>
                  <a:schemeClr val="bg1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כיום</a:t>
            </a:r>
            <a:br>
              <a:rPr lang="en-US" sz="3300" b="1" dirty="0">
                <a:solidFill>
                  <a:schemeClr val="bg1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</a:br>
            <a:r>
              <a:rPr lang="he-IL" sz="3300" b="1" dirty="0">
                <a:solidFill>
                  <a:schemeClr val="bg1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לא יעיל ומסורבל</a:t>
            </a:r>
          </a:p>
        </p:txBody>
      </p:sp>
      <p:pic>
        <p:nvPicPr>
          <p:cNvPr id="3" name="Google Shape;130;p2">
            <a:extLst>
              <a:ext uri="{FF2B5EF4-FFF2-40B4-BE49-F238E27FC236}">
                <a16:creationId xmlns:a16="http://schemas.microsoft.com/office/drawing/2014/main" id="{91D8768C-02EA-5AD7-06FC-822911F0E63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691" y="80603"/>
            <a:ext cx="1440160" cy="9896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4323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98037" y="1522619"/>
            <a:ext cx="6389376" cy="369331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spcAft>
                <a:spcPts val="450"/>
              </a:spcAft>
            </a:pPr>
            <a:r>
              <a:rPr lang="he-IL" sz="24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מהבית, בנוחות, בלי לרוץ עם דגימת צואה למרפאה</a:t>
            </a:r>
          </a:p>
          <a:p>
            <a:pPr algn="r" rtl="1">
              <a:spcAft>
                <a:spcPts val="450"/>
              </a:spcAft>
            </a:pPr>
            <a:endParaRPr lang="he-IL" sz="2800" b="1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>
              <a:spcAft>
                <a:spcPts val="450"/>
              </a:spcAft>
            </a:pPr>
            <a:r>
              <a:rPr lang="he-IL" sz="2100" b="1" dirty="0">
                <a:latin typeface="Calibri" panose="020F0502020204030204" pitchFamily="34" charset="0"/>
                <a:cs typeface="Calibri" panose="020F0502020204030204" pitchFamily="34" charset="0"/>
              </a:rPr>
              <a:t>קונים בדיקה בבית המרקחת של מכבי</a:t>
            </a:r>
          </a:p>
          <a:p>
            <a:pPr marL="257175" indent="-257175" algn="r" rtl="1">
              <a:spcAft>
                <a:spcPts val="900"/>
              </a:spcAft>
              <a:buFont typeface="Wingdings" panose="05000000000000000000" pitchFamily="2" charset="2"/>
              <a:buChar char="§"/>
            </a:pPr>
            <a:r>
              <a:rPr lang="he-IL" sz="2100" dirty="0">
                <a:latin typeface="Calibri" panose="020F0502020204030204" pitchFamily="34" charset="0"/>
                <a:cs typeface="Calibri" panose="020F0502020204030204" pitchFamily="34" charset="0"/>
              </a:rPr>
              <a:t>נכנסים לאפליקציה דרך הקופה </a:t>
            </a:r>
          </a:p>
          <a:p>
            <a:pPr marL="257175" indent="-257175" algn="r" rtl="1">
              <a:spcAft>
                <a:spcPts val="900"/>
              </a:spcAft>
              <a:buFont typeface="Wingdings" panose="05000000000000000000" pitchFamily="2" charset="2"/>
              <a:buChar char="§"/>
            </a:pPr>
            <a:r>
              <a:rPr lang="he-IL" sz="2100" dirty="0">
                <a:latin typeface="Calibri" panose="020F0502020204030204" pitchFamily="34" charset="0"/>
                <a:cs typeface="Calibri" panose="020F0502020204030204" pitchFamily="34" charset="0"/>
              </a:rPr>
              <a:t>מבצעים את הבדיקה לפי ההנחיות המועברות באופן ברור בסרטונים  </a:t>
            </a:r>
          </a:p>
          <a:p>
            <a:pPr marL="257175" indent="-257175" algn="r" rtl="1">
              <a:spcAft>
                <a:spcPts val="900"/>
              </a:spcAft>
              <a:buFont typeface="Wingdings" panose="05000000000000000000" pitchFamily="2" charset="2"/>
              <a:buChar char="§"/>
            </a:pPr>
            <a:r>
              <a:rPr lang="he-IL" sz="2100" dirty="0">
                <a:latin typeface="Calibri" panose="020F0502020204030204" pitchFamily="34" charset="0"/>
                <a:cs typeface="Calibri" panose="020F0502020204030204" pitchFamily="34" charset="0"/>
              </a:rPr>
              <a:t>סורקים את הבדיקה באפליקציה</a:t>
            </a:r>
          </a:p>
          <a:p>
            <a:pPr marL="257175" indent="-257175" algn="r" rtl="1">
              <a:spcAft>
                <a:spcPts val="900"/>
              </a:spcAft>
              <a:buFont typeface="Wingdings" panose="05000000000000000000" pitchFamily="2" charset="2"/>
              <a:buChar char="§"/>
            </a:pPr>
            <a:r>
              <a:rPr lang="he-IL" sz="2100" dirty="0">
                <a:latin typeface="Calibri" panose="020F0502020204030204" pitchFamily="34" charset="0"/>
                <a:cs typeface="Calibri" panose="020F0502020204030204" pitchFamily="34" charset="0"/>
              </a:rPr>
              <a:t>תוצאת הבדיקה משודרת לתיק הרפואי באופן </a:t>
            </a:r>
            <a:b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2100" dirty="0">
                <a:latin typeface="Calibri" panose="020F0502020204030204" pitchFamily="34" charset="0"/>
                <a:cs typeface="Calibri" panose="020F0502020204030204" pitchFamily="34" charset="0"/>
              </a:rPr>
              <a:t>ישיר מהנייד</a:t>
            </a:r>
          </a:p>
        </p:txBody>
      </p:sp>
      <p:sp>
        <p:nvSpPr>
          <p:cNvPr id="14" name="מלבן 13"/>
          <p:cNvSpPr/>
          <p:nvPr/>
        </p:nvSpPr>
        <p:spPr>
          <a:xfrm>
            <a:off x="6890957" y="0"/>
            <a:ext cx="2251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>
              <a:lnSpc>
                <a:spcPts val="3600"/>
              </a:lnSpc>
              <a:spcAft>
                <a:spcPts val="900"/>
              </a:spcAft>
            </a:pPr>
            <a:r>
              <a:rPr lang="he-IL" sz="3300" b="1" dirty="0">
                <a:solidFill>
                  <a:schemeClr val="bg1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תהליך ביצוע הבדיקה שאנו מציעים</a:t>
            </a:r>
            <a:endParaRPr lang="en-US" sz="3300" b="1" dirty="0">
              <a:solidFill>
                <a:schemeClr val="bg1"/>
              </a:solidFill>
              <a:latin typeface="Calibri" panose="020F0502020204030204" pitchFamily="34" charset="0"/>
              <a:ea typeface="Tahoma" panose="020B060403050404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Google Shape;130;p2">
            <a:extLst>
              <a:ext uri="{FF2B5EF4-FFF2-40B4-BE49-F238E27FC236}">
                <a16:creationId xmlns:a16="http://schemas.microsoft.com/office/drawing/2014/main" id="{1F330E1B-2990-18EC-1819-5A1445F2149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691" y="80603"/>
            <a:ext cx="1440160" cy="9896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7138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/>
          <p:nvPr/>
        </p:nvSpPr>
        <p:spPr>
          <a:xfrm>
            <a:off x="2987824" y="357188"/>
            <a:ext cx="5798989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3000" b="1" i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1440160" cy="98967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מציין מיקום תוכן 2">
            <a:extLst>
              <a:ext uri="{FF2B5EF4-FFF2-40B4-BE49-F238E27FC236}">
                <a16:creationId xmlns:a16="http://schemas.microsoft.com/office/drawing/2014/main" id="{5092D7C4-676C-27CD-2F75-1A01D9FB2E0D}"/>
              </a:ext>
            </a:extLst>
          </p:cNvPr>
          <p:cNvSpPr txBox="1">
            <a:spLocks/>
          </p:cNvSpPr>
          <p:nvPr/>
        </p:nvSpPr>
        <p:spPr>
          <a:xfrm>
            <a:off x="-3299629" y="4010553"/>
            <a:ext cx="8065376" cy="4351338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0" algn="r" rtl="1">
              <a:spcAft>
                <a:spcPts val="1200"/>
              </a:spcAft>
              <a:buNone/>
            </a:pPr>
            <a:endParaRPr lang="en-US" sz="2000" dirty="0">
              <a:cs typeface="Calibri" panose="020F0502020204030204" pitchFamily="34" charset="0"/>
            </a:endParaRPr>
          </a:p>
          <a:p>
            <a:pPr lvl="1" algn="r" rtl="1"/>
            <a:endParaRPr lang="he-IL" sz="1600" dirty="0"/>
          </a:p>
          <a:p>
            <a:pPr lvl="1" algn="r" rtl="1"/>
            <a:endParaRPr lang="he-IL" sz="1600" dirty="0"/>
          </a:p>
        </p:txBody>
      </p:sp>
      <p:sp>
        <p:nvSpPr>
          <p:cNvPr id="4" name="מלבן 6">
            <a:extLst>
              <a:ext uri="{FF2B5EF4-FFF2-40B4-BE49-F238E27FC236}">
                <a16:creationId xmlns:a16="http://schemas.microsoft.com/office/drawing/2014/main" id="{5DA089C9-D7BE-AA8E-74DA-253446CF8361}"/>
              </a:ext>
            </a:extLst>
          </p:cNvPr>
          <p:cNvSpPr/>
          <p:nvPr/>
        </p:nvSpPr>
        <p:spPr>
          <a:xfrm>
            <a:off x="1476189" y="1559874"/>
            <a:ext cx="52629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>
              <a:spcAft>
                <a:spcPts val="1200"/>
              </a:spcAft>
            </a:pPr>
            <a:r>
              <a:rPr lang="he-IL" altLang="en-IL" sz="24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כיצד תתבצע הבדיקה באמצעות האפליקציה?</a:t>
            </a:r>
            <a:endParaRPr lang="he-IL" sz="2400" b="1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מלבן 13">
            <a:extLst>
              <a:ext uri="{FF2B5EF4-FFF2-40B4-BE49-F238E27FC236}">
                <a16:creationId xmlns:a16="http://schemas.microsoft.com/office/drawing/2014/main" id="{F047870D-292E-C855-E075-CC4F9D866108}"/>
              </a:ext>
            </a:extLst>
          </p:cNvPr>
          <p:cNvSpPr/>
          <p:nvPr/>
        </p:nvSpPr>
        <p:spPr>
          <a:xfrm>
            <a:off x="6890957" y="0"/>
            <a:ext cx="2251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>
              <a:lnSpc>
                <a:spcPts val="3600"/>
              </a:lnSpc>
              <a:spcAft>
                <a:spcPts val="900"/>
              </a:spcAft>
            </a:pPr>
            <a:r>
              <a:rPr lang="he-IL" sz="3300" b="1" dirty="0">
                <a:solidFill>
                  <a:schemeClr val="bg1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הבדיקה באפליקציה</a:t>
            </a:r>
          </a:p>
          <a:p>
            <a:pPr algn="ctr">
              <a:lnSpc>
                <a:spcPts val="3600"/>
              </a:lnSpc>
              <a:spcAft>
                <a:spcPts val="900"/>
              </a:spcAft>
            </a:pPr>
            <a:endParaRPr lang="he-IL" sz="3300" b="1" dirty="0">
              <a:solidFill>
                <a:schemeClr val="bg1"/>
              </a:solidFill>
              <a:latin typeface="Calibri" panose="020F0502020204030204" pitchFamily="34" charset="0"/>
              <a:ea typeface="Tahoma" panose="020B0604030504040204" pitchFamily="34" charset="0"/>
              <a:cs typeface="Calibri" panose="020F0502020204030204" pitchFamily="34" charset="0"/>
            </a:endParaRPr>
          </a:p>
          <a:p>
            <a:pPr algn="ctr">
              <a:lnSpc>
                <a:spcPts val="3600"/>
              </a:lnSpc>
              <a:spcAft>
                <a:spcPts val="900"/>
              </a:spcAft>
            </a:pPr>
            <a:endParaRPr lang="he-IL" sz="3300" b="1" dirty="0">
              <a:solidFill>
                <a:schemeClr val="bg1"/>
              </a:solidFill>
              <a:latin typeface="Calibri" panose="020F0502020204030204" pitchFamily="34" charset="0"/>
              <a:ea typeface="Tahoma" panose="020B06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2DC7EEB0-3C76-56DA-70E0-26EDEF8B235D}"/>
              </a:ext>
            </a:extLst>
          </p:cNvPr>
          <p:cNvSpPr/>
          <p:nvPr/>
        </p:nvSpPr>
        <p:spPr>
          <a:xfrm>
            <a:off x="-125329" y="2579322"/>
            <a:ext cx="7013458" cy="27392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0" lvl="0" indent="0" algn="r" rtl="1" fontAlgn="base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lang="he-IL" altLang="en-IL" sz="16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הכניסה לאפליקציה מתבצעת באמצעות התחברות דרך אפליקציית קופת החולים. </a:t>
            </a:r>
          </a:p>
          <a:p>
            <a:pPr marR="0" lvl="0" indent="0" algn="r" rtl="1" fontAlgn="base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lang="he-IL" altLang="en-IL" sz="16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המטופל יקבל מספר מוצפן מהקופה להזדהות מול האפליקציה ללא שימוש בפרטיו האישיים.</a:t>
            </a:r>
          </a:p>
          <a:p>
            <a:pPr marR="0" lvl="0" indent="0" algn="r" rtl="1" fontAlgn="base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lang="he-IL" altLang="en-IL" sz="16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הוראות פעולה שלב אחר שלב יוצגו למטופל.  </a:t>
            </a:r>
          </a:p>
          <a:p>
            <a:pPr marR="0" lvl="0" indent="0" algn="r" rtl="1" fontAlgn="base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lang="he-IL" altLang="en-IL" sz="16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בתום שלבי הביצוע וההמתנה המטופל יעבור למסך צילום. </a:t>
            </a:r>
          </a:p>
          <a:p>
            <a:pPr marR="0" lvl="0" indent="0" algn="r" rtl="1" fontAlgn="base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lang="he-IL" altLang="en-IL" sz="16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המצלמה תזהה את הבדיקה באופן אוטומטי ותנתח את התוצאה. </a:t>
            </a:r>
          </a:p>
          <a:p>
            <a:pPr marR="0" lvl="0" indent="0" algn="r" rtl="1" fontAlgn="base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lang="he-IL" altLang="en-IL" sz="16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התוצאה תישלח למערכת קופת החולים להמשך מעקב. </a:t>
            </a:r>
          </a:p>
          <a:p>
            <a:pPr marR="0" lvl="0" indent="0" algn="r" rtl="1" fontAlgn="base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lang="he-IL" altLang="en-IL" sz="16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התוצאה תוצג ללקוח עם הודעה שתוכננה על ידי קופת החולים</a:t>
            </a:r>
            <a:r>
              <a:rPr kumimoji="0" lang="en-IL" altLang="en-IL" sz="1600" b="0" i="0" u="none" strike="noStrike" cap="none" normalizeH="0" baseline="0" dirty="0">
                <a:ln>
                  <a:noFill/>
                </a:ln>
                <a:effectLst/>
                <a:latin typeface="inherit"/>
                <a:cs typeface="Arial" panose="020B0604020202020204" pitchFamily="34" charset="0"/>
              </a:rPr>
              <a:t>.</a:t>
            </a:r>
            <a:r>
              <a:rPr kumimoji="0" lang="en-IL" altLang="en-IL" sz="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endParaRPr kumimoji="0" lang="en-IL" altLang="en-IL" sz="1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36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/>
          <p:nvPr/>
        </p:nvSpPr>
        <p:spPr>
          <a:xfrm>
            <a:off x="2987824" y="357188"/>
            <a:ext cx="5798989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3000" b="1" i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1440160" cy="98967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מציין מיקום תוכן 2">
            <a:extLst>
              <a:ext uri="{FF2B5EF4-FFF2-40B4-BE49-F238E27FC236}">
                <a16:creationId xmlns:a16="http://schemas.microsoft.com/office/drawing/2014/main" id="{5092D7C4-676C-27CD-2F75-1A01D9FB2E0D}"/>
              </a:ext>
            </a:extLst>
          </p:cNvPr>
          <p:cNvSpPr txBox="1">
            <a:spLocks/>
          </p:cNvSpPr>
          <p:nvPr/>
        </p:nvSpPr>
        <p:spPr>
          <a:xfrm>
            <a:off x="-1213781" y="2482107"/>
            <a:ext cx="8065376" cy="4351338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r" defTabSz="914400" rtl="1" fontAlgn="base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he-IL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בדיקה אימונולוגית (מבוססת נוגדנים) </a:t>
            </a:r>
          </a:p>
          <a:p>
            <a:pPr marL="0" indent="0" algn="r" defTabSz="914400" rtl="1" fontAlgn="base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he-IL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    המסוגלת לזהות במהימנות המוגלובין אנושי </a:t>
            </a:r>
          </a:p>
          <a:p>
            <a:pPr marL="0" indent="0" algn="r" defTabSz="914400" rtl="1" fontAlgn="base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he-IL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    מריכוז 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ng/ml</a:t>
            </a:r>
            <a:r>
              <a:rPr lang="he-IL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50 ובכמות צואה של 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6μg</a:t>
            </a:r>
            <a:r>
              <a:rPr lang="he-IL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marL="342900" indent="-342900" algn="r" defTabSz="914400" rtl="1" fontAlgn="base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he-IL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נתונים ביחס לערכה מהירה אחרת: </a:t>
            </a:r>
          </a:p>
          <a:p>
            <a:pPr marL="0" indent="0" algn="r" defTabSz="914400" rtl="1" fontAlgn="base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he-IL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     רגישות – 95%; 	</a:t>
            </a:r>
          </a:p>
          <a:p>
            <a:pPr marL="0" indent="0" algn="r" defTabSz="914400" rtl="1" fontAlgn="base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he-IL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     ספציפיות (סגוליות) – 99.5%; </a:t>
            </a:r>
          </a:p>
          <a:p>
            <a:pPr marL="0" indent="0" algn="r" defTabSz="914400" rtl="1" fontAlgn="base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he-IL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     דיוק 98.6%</a:t>
            </a:r>
          </a:p>
          <a:p>
            <a:pPr marL="342900" indent="-342900" algn="r" defTabSz="914400" rtl="1" fontAlgn="base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he-IL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אישור </a:t>
            </a:r>
            <a:r>
              <a:rPr lang="he-IL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אמ"ר</a:t>
            </a:r>
            <a:r>
              <a:rPr lang="he-IL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לשימוש עצמי</a:t>
            </a:r>
          </a:p>
          <a:p>
            <a:pPr marL="0" indent="0" algn="r" defTabSz="914400" rtl="1" fontAlgn="base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endParaRPr lang="en-US" sz="2400" b="1" dirty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lvl="1" algn="r" rtl="1"/>
            <a:endParaRPr lang="he-IL" sz="1600" dirty="0"/>
          </a:p>
          <a:p>
            <a:pPr lvl="1" algn="r" rtl="1"/>
            <a:endParaRPr lang="he-IL" sz="1600" dirty="0"/>
          </a:p>
        </p:txBody>
      </p:sp>
      <p:sp>
        <p:nvSpPr>
          <p:cNvPr id="4" name="מלבן 6">
            <a:extLst>
              <a:ext uri="{FF2B5EF4-FFF2-40B4-BE49-F238E27FC236}">
                <a16:creationId xmlns:a16="http://schemas.microsoft.com/office/drawing/2014/main" id="{5DA089C9-D7BE-AA8E-74DA-253446CF8361}"/>
              </a:ext>
            </a:extLst>
          </p:cNvPr>
          <p:cNvSpPr/>
          <p:nvPr/>
        </p:nvSpPr>
        <p:spPr>
          <a:xfrm>
            <a:off x="1442742" y="1007463"/>
            <a:ext cx="540885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>
              <a:spcAft>
                <a:spcPts val="1200"/>
              </a:spcAft>
            </a:pPr>
            <a:r>
              <a:rPr lang="he-IL" sz="28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מדויקת, אמינה </a:t>
            </a:r>
          </a:p>
          <a:p>
            <a:pPr algn="r" rtl="1">
              <a:spcAft>
                <a:spcPts val="1200"/>
              </a:spcAft>
            </a:pPr>
            <a:r>
              <a:rPr lang="he-IL" sz="28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ומאושרת משרד הבריאות לשימוש עצמי</a:t>
            </a:r>
          </a:p>
        </p:txBody>
      </p:sp>
      <p:sp>
        <p:nvSpPr>
          <p:cNvPr id="9" name="מלבן 13">
            <a:extLst>
              <a:ext uri="{FF2B5EF4-FFF2-40B4-BE49-F238E27FC236}">
                <a16:creationId xmlns:a16="http://schemas.microsoft.com/office/drawing/2014/main" id="{F047870D-292E-C855-E075-CC4F9D866108}"/>
              </a:ext>
            </a:extLst>
          </p:cNvPr>
          <p:cNvSpPr/>
          <p:nvPr/>
        </p:nvSpPr>
        <p:spPr>
          <a:xfrm>
            <a:off x="6890957" y="0"/>
            <a:ext cx="2251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>
              <a:lnSpc>
                <a:spcPts val="3600"/>
              </a:lnSpc>
              <a:spcAft>
                <a:spcPts val="900"/>
              </a:spcAft>
            </a:pPr>
            <a:r>
              <a:rPr lang="he-IL" sz="3300" b="1" dirty="0">
                <a:solidFill>
                  <a:schemeClr val="bg1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על הבדיקה</a:t>
            </a:r>
          </a:p>
          <a:p>
            <a:pPr algn="ctr">
              <a:lnSpc>
                <a:spcPts val="3600"/>
              </a:lnSpc>
              <a:spcAft>
                <a:spcPts val="900"/>
              </a:spcAft>
            </a:pPr>
            <a:r>
              <a:rPr lang="he-IL" sz="3300" b="1" dirty="0">
                <a:solidFill>
                  <a:schemeClr val="bg1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של חברת </a:t>
            </a:r>
            <a:r>
              <a:rPr lang="en-US" sz="3300" b="1" dirty="0">
                <a:solidFill>
                  <a:schemeClr val="bg1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BMT</a:t>
            </a:r>
            <a:endParaRPr lang="he-IL" sz="3300" b="1" dirty="0">
              <a:solidFill>
                <a:schemeClr val="bg1"/>
              </a:solidFill>
              <a:latin typeface="Calibri" panose="020F0502020204030204" pitchFamily="34" charset="0"/>
              <a:ea typeface="Tahoma" panose="020B0604030504040204" pitchFamily="34" charset="0"/>
              <a:cs typeface="Calibri" panose="020F0502020204030204" pitchFamily="34" charset="0"/>
            </a:endParaRPr>
          </a:p>
          <a:p>
            <a:pPr algn="ctr">
              <a:lnSpc>
                <a:spcPts val="3600"/>
              </a:lnSpc>
              <a:spcAft>
                <a:spcPts val="900"/>
              </a:spcAft>
            </a:pPr>
            <a:endParaRPr lang="he-IL" sz="3300" b="1" dirty="0">
              <a:solidFill>
                <a:schemeClr val="bg1"/>
              </a:solidFill>
              <a:latin typeface="Calibri" panose="020F0502020204030204" pitchFamily="34" charset="0"/>
              <a:ea typeface="Tahoma" panose="020B0604030504040204" pitchFamily="34" charset="0"/>
              <a:cs typeface="Calibri" panose="020F0502020204030204" pitchFamily="34" charset="0"/>
            </a:endParaRPr>
          </a:p>
          <a:p>
            <a:pPr algn="ctr">
              <a:lnSpc>
                <a:spcPts val="3600"/>
              </a:lnSpc>
              <a:spcAft>
                <a:spcPts val="900"/>
              </a:spcAft>
            </a:pPr>
            <a:endParaRPr lang="he-IL" sz="3300" b="1" dirty="0">
              <a:solidFill>
                <a:schemeClr val="bg1"/>
              </a:solidFill>
              <a:latin typeface="Calibri" panose="020F0502020204030204" pitchFamily="34" charset="0"/>
              <a:ea typeface="Tahoma" panose="020B060403050404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oShape 2" descr="Wait in line"/>
          <p:cNvSpPr>
            <a:spLocks noChangeAspect="1" noChangeArrowheads="1"/>
          </p:cNvSpPr>
          <p:nvPr/>
        </p:nvSpPr>
        <p:spPr bwMode="auto">
          <a:xfrm>
            <a:off x="7990148" y="748903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he-IL" sz="1350"/>
          </a:p>
        </p:txBody>
      </p:sp>
      <p:sp>
        <p:nvSpPr>
          <p:cNvPr id="9" name="מלבן 8"/>
          <p:cNvSpPr/>
          <p:nvPr/>
        </p:nvSpPr>
        <p:spPr>
          <a:xfrm>
            <a:off x="1952709" y="2780928"/>
            <a:ext cx="243027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350"/>
          </a:p>
        </p:txBody>
      </p:sp>
      <p:sp>
        <p:nvSpPr>
          <p:cNvPr id="16" name="מלבן 15"/>
          <p:cNvSpPr/>
          <p:nvPr/>
        </p:nvSpPr>
        <p:spPr>
          <a:xfrm>
            <a:off x="6775290" y="0"/>
            <a:ext cx="2350936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>
              <a:lnSpc>
                <a:spcPts val="3600"/>
              </a:lnSpc>
              <a:spcAft>
                <a:spcPts val="900"/>
              </a:spcAft>
            </a:pPr>
            <a:r>
              <a:rPr lang="he-IL" sz="3600" b="1" dirty="0">
                <a:solidFill>
                  <a:schemeClr val="bg1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בדיקת דם סמוי בצואה של חברת </a:t>
            </a:r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BMT</a:t>
            </a:r>
            <a:endParaRPr lang="he-IL" sz="3600" b="1" dirty="0">
              <a:solidFill>
                <a:schemeClr val="bg1"/>
              </a:solidFill>
              <a:latin typeface="Calibri" panose="020F0502020204030204" pitchFamily="34" charset="0"/>
              <a:ea typeface="Tahoma" panose="020B060403050404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Google Shape;130;p2">
            <a:extLst>
              <a:ext uri="{FF2B5EF4-FFF2-40B4-BE49-F238E27FC236}">
                <a16:creationId xmlns:a16="http://schemas.microsoft.com/office/drawing/2014/main" id="{4DA17856-1FBD-13E4-871C-57DF4BF7159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691" y="80603"/>
            <a:ext cx="1440160" cy="98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nline Media 5" title="LabOnTime™ FOB Self Test - בדיקה ביתית לדם סמוי בצואה">
            <a:hlinkClick r:id="" action="ppaction://media"/>
            <a:extLst>
              <a:ext uri="{FF2B5EF4-FFF2-40B4-BE49-F238E27FC236}">
                <a16:creationId xmlns:a16="http://schemas.microsoft.com/office/drawing/2014/main" id="{5919E779-5B01-5BE1-67AF-21DB659B25E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26101" y="1740742"/>
            <a:ext cx="5976133" cy="3376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931586"/>
      </p:ext>
    </p:extLst>
  </p:cSld>
  <p:clrMapOvr>
    <a:masterClrMapping/>
  </p:clrMapOvr>
  <p:transition spd="slow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38;p11">
            <a:extLst>
              <a:ext uri="{FF2B5EF4-FFF2-40B4-BE49-F238E27FC236}">
                <a16:creationId xmlns:a16="http://schemas.microsoft.com/office/drawing/2014/main" id="{3A2C65B3-A91A-0C96-2FCB-C052CAE5F64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1440160" cy="98967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37;p11">
            <a:extLst>
              <a:ext uri="{FF2B5EF4-FFF2-40B4-BE49-F238E27FC236}">
                <a16:creationId xmlns:a16="http://schemas.microsoft.com/office/drawing/2014/main" id="{2E648374-93CF-F842-09F3-01B8745FE886}"/>
              </a:ext>
            </a:extLst>
          </p:cNvPr>
          <p:cNvSpPr/>
          <p:nvPr/>
        </p:nvSpPr>
        <p:spPr>
          <a:xfrm>
            <a:off x="1039664" y="647236"/>
            <a:ext cx="6245485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lang="en-US" sz="32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Computer Vision Application 			</a:t>
            </a:r>
            <a:r>
              <a:rPr lang="en-US" sz="32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Patent </a:t>
            </a:r>
            <a:endParaRPr sz="3200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1D47D093-56A5-0D1D-F718-2C3BF3AC77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020" y="1705427"/>
            <a:ext cx="3134590" cy="4448629"/>
          </a:xfrm>
          <a:prstGeom prst="rect">
            <a:avLst/>
          </a:prstGeom>
        </p:spPr>
      </p:pic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FC1609A9-9812-3FCE-F804-390A30932B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6313" y="1705427"/>
            <a:ext cx="3030488" cy="4456600"/>
          </a:xfrm>
          <a:prstGeom prst="rect">
            <a:avLst/>
          </a:prstGeom>
        </p:spPr>
      </p:pic>
      <p:pic>
        <p:nvPicPr>
          <p:cNvPr id="9" name="Picture 8" descr="A drawing of a house&#10;&#10;Description automatically generated with medium confidence">
            <a:extLst>
              <a:ext uri="{FF2B5EF4-FFF2-40B4-BE49-F238E27FC236}">
                <a16:creationId xmlns:a16="http://schemas.microsoft.com/office/drawing/2014/main" id="{A36EEEA7-1E91-B561-763F-AD3B4D969A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7762" y="1705427"/>
            <a:ext cx="3088981" cy="4456600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A3FA55FF-EACB-0A1C-5B1D-5BD3902F7EEF}"/>
              </a:ext>
            </a:extLst>
          </p:cNvPr>
          <p:cNvSpPr txBox="1">
            <a:spLocks/>
          </p:cNvSpPr>
          <p:nvPr/>
        </p:nvSpPr>
        <p:spPr>
          <a:xfrm>
            <a:off x="225466" y="635090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IL"/>
            </a:defPPr>
            <a:lvl1pPr marL="0" algn="l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B.M.T Diagnostics LTD   - confidential</a:t>
            </a:r>
            <a:endParaRPr lang="he-IL" dirty="0"/>
          </a:p>
        </p:txBody>
      </p:sp>
      <p:pic>
        <p:nvPicPr>
          <p:cNvPr id="11" name="Google Shape;153;p5">
            <a:extLst>
              <a:ext uri="{FF2B5EF4-FFF2-40B4-BE49-F238E27FC236}">
                <a16:creationId xmlns:a16="http://schemas.microsoft.com/office/drawing/2014/main" id="{1BE3F84B-C82D-A539-73C6-45B9450F0123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58474" y="148693"/>
            <a:ext cx="2427051" cy="502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4150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881</TotalTime>
  <Words>312</Words>
  <Application>Microsoft Office PowerPoint</Application>
  <PresentationFormat>On-screen Show (4:3)</PresentationFormat>
  <Paragraphs>51</Paragraphs>
  <Slides>7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inherit</vt:lpstr>
      <vt:lpstr>Assistant</vt:lpstr>
      <vt:lpstr>Wingdings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Windows User</dc:creator>
  <cp:lastModifiedBy>Roey Tamir</cp:lastModifiedBy>
  <cp:revision>12</cp:revision>
  <dcterms:created xsi:type="dcterms:W3CDTF">2009-05-10T08:50:28Z</dcterms:created>
  <dcterms:modified xsi:type="dcterms:W3CDTF">2025-05-25T10:40:07Z</dcterms:modified>
</cp:coreProperties>
</file>